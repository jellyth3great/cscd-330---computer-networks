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E23B-5C8E-DC73-D8DD-9783063D6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A5A31-4E51-BBD6-8884-10A9679F0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AFF8D-C892-8D67-BEEB-AF5F5A9B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1268D-A257-CF96-939A-34A91ED4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A674A-DC0D-420A-D2C1-10FB54C4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8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04587-47AF-E84E-A404-BFD44451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4E47E-7A51-F0AA-A498-28221E0A9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C07FC-1429-C7C0-5FBB-1BEB9BB96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0A801-A57F-7CDD-E17B-91F48A59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0CF85-AC2B-56AD-6728-2AFF45F3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32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AB22-D234-373B-1CD4-F98D974A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7C62B-1E32-340A-AC65-9D724E2A2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B8D52-A023-84EB-03FF-3B185376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E52EB-8F5D-123B-0A98-9CE92E8D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ADC60-DFAB-3F63-E7AD-41442809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94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F4EBC-86F9-92C6-196A-D87DC50D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C6F1A-2C84-BCE6-3B5C-60DD05E71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7FC48-70CB-DC34-3653-F258FA118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18A69-0233-D588-E325-4592E5637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67968-FC45-9AB1-34C0-774ECB861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31876-0291-E101-36BC-04951239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5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EEAF-75C6-D2E4-14C0-5DD8C584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481AD-4B1F-0FB6-37DA-F24C48C26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DDE1D-80E3-4CB3-1B68-6883B5416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6B3DAD-DB18-857E-D186-F0B9A3EBA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BA70D-37FD-5809-A0B9-FB292285B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81E4B-8280-CA62-ACFB-11644B3F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369C50-FC57-CD76-052B-3B9EDBB73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D9CC7-C0CD-057F-EBC0-5351A969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7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BB0F-FE28-F1AB-7749-6510C299B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DE381-9D2F-55A7-0BED-379F5677F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A9223-A284-025E-2DC0-7003339A6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B20FF-362F-7075-0604-0341E027C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1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D7E29-AF2E-BA7E-B883-DA3519EF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242669-5C7D-E73D-2472-0FDF8A8D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7B180-2B63-49E3-533E-77161DFB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5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8302-CDC5-3BCA-EDE7-AC639FEC1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7CD6C-EEF6-1CD9-8290-F3FC9467E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BC2B9-6C29-74C7-6343-318AEB8D4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303B-52E7-55E6-DD61-401D64AC3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BF199-ED1D-C043-5BD7-0B3F3EE5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4C940-18EF-31F8-475D-FF3687449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0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C32B7-DD8C-FEA2-B826-E99404249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DDB9E-705D-FB54-B07E-6028731B6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7E041-3E63-CD4C-2593-37ED1D33C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CD8B9-C281-D85F-4F40-33F2ADC2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37521-A576-99A2-E6A3-537071FA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7A2CB-BEF5-8F4C-66E6-A9EA7264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7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0B06-80F3-BA63-AB37-9129F8BB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DA88F-0D0D-63F5-4593-6A2B7BB83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44018-44A6-8D3F-3187-3CBE0D37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FF006-7F94-086C-E751-841C8894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0EDB-0F63-19B6-2896-A50C96AD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5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FF42A-D5C3-2AEF-0B2C-127C5BB8F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AF944-5D96-99EA-FD4C-6A7B7662C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219B5-00E3-8092-4525-D8CBBF135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624BE-FB6B-E934-6609-AD9DB0CA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888A-C4B0-9A90-D390-F9FD5577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77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73764-F6FB-26F6-5984-852161CA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D8FDB-0B3E-0CF9-F52A-635D7570C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2E63A-AA6C-C2DD-1CA8-FDB947CE0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30D2F-CD18-4D3C-AFF3-E43C7C661C7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05AD2-AF3A-911A-3456-F3D1BBE21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52B7E-E5CA-9186-2A37-AEEF9DC11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8390B-3530-4975-8514-15D97535B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58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uter-networks/software-defined-networking/" TargetMode="External"/><Relationship Id="rId2" Type="http://schemas.openxmlformats.org/officeDocument/2006/relationships/hyperlink" Target="https://www.spiceworks.com/tech/networking/articles/best-sdn-solution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CD14-C641-C6C6-E86C-D27536A95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/>
              <a:t>Software Defined Networks (SDN)</a:t>
            </a:r>
            <a:endParaRPr lang="en-US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23DE9-A01D-B2E0-09C5-EFE141C9FA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Joel Sivanish</a:t>
            </a:r>
          </a:p>
          <a:p>
            <a:r>
              <a:rPr lang="en-US"/>
              <a:t>CSCD330-HW6</a:t>
            </a:r>
          </a:p>
          <a:p>
            <a:r>
              <a:rPr lang="en-US"/>
              <a:t>Eastern Washington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287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ACEB-E8D6-32F9-A573-16A21FC0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/>
              <a:t>What is Software Defined Networks?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D0FA9-3341-C6BE-730E-3B7F1989B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SDN separates a network’s control plane from its data plane.</a:t>
            </a:r>
          </a:p>
          <a:p>
            <a:r>
              <a:rPr lang="en-US" dirty="0"/>
              <a:t>A centralized controller makes routing decisions instead of individual routers.</a:t>
            </a:r>
          </a:p>
          <a:p>
            <a:r>
              <a:rPr lang="en-US" dirty="0"/>
              <a:t>Switches act as simple forwarding devices using rules installed by the controller.</a:t>
            </a:r>
          </a:p>
          <a:p>
            <a:r>
              <a:rPr lang="en-US" dirty="0"/>
              <a:t>SDN introduces programmability, automation, and flexible policy management.</a:t>
            </a:r>
          </a:p>
        </p:txBody>
      </p:sp>
    </p:spTree>
    <p:extLst>
      <p:ext uri="{BB962C8B-B14F-4D97-AF65-F5344CB8AC3E}">
        <p14:creationId xmlns:p14="http://schemas.microsoft.com/office/powerpoint/2010/main" val="145954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D459-0AB1-2121-E0F7-FCF9DFE3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/>
              <a:t>Why does SDN Exist?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FAE80-1670-C3DE-37DA-C5A414F24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networks require manual configuration on each device.</a:t>
            </a:r>
          </a:p>
          <a:p>
            <a:r>
              <a:rPr lang="en-US" dirty="0"/>
              <a:t>Scaling a network becomes difficult as the number of routers grows.</a:t>
            </a:r>
          </a:p>
          <a:p>
            <a:r>
              <a:rPr lang="en-US" dirty="0"/>
              <a:t>Policies can be inconsistent because each router runs local protocols.</a:t>
            </a:r>
          </a:p>
          <a:p>
            <a:r>
              <a:rPr lang="en-US" dirty="0"/>
              <a:t>SDN enables centralized control, network-wide visibility, and quick reconfiguration.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07031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39405-250F-FB55-B38F-CFBF9B007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Core Components of SDN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65205-1754-83C7-9A0D-8ADA55CE4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SDN Controller:</a:t>
            </a:r>
            <a:r>
              <a:rPr lang="en-US" dirty="0"/>
              <a:t> the “brain” that maintains a global network view and computes decisions.</a:t>
            </a:r>
          </a:p>
          <a:p>
            <a:r>
              <a:rPr lang="en-US" b="1" dirty="0"/>
              <a:t>SDN Switches:</a:t>
            </a:r>
            <a:r>
              <a:rPr lang="en-US" dirty="0"/>
              <a:t> hardware devices that forward packets according to controller-installed rules.</a:t>
            </a:r>
          </a:p>
          <a:p>
            <a:r>
              <a:rPr lang="en-US" b="1" dirty="0"/>
              <a:t>Network Applications:</a:t>
            </a:r>
            <a:r>
              <a:rPr lang="en-US" dirty="0"/>
              <a:t> software that automates tasks like traffic engineering and security.</a:t>
            </a:r>
          </a:p>
          <a:p>
            <a:r>
              <a:rPr lang="en-US" b="1" dirty="0"/>
              <a:t>APIs:</a:t>
            </a:r>
            <a:r>
              <a:rPr lang="en-US" dirty="0"/>
              <a:t> northbound APIs connect apps to the controller, and southbound APIs connect the controller to switches.</a:t>
            </a:r>
          </a:p>
        </p:txBody>
      </p:sp>
    </p:spTree>
    <p:extLst>
      <p:ext uri="{BB962C8B-B14F-4D97-AF65-F5344CB8AC3E}">
        <p14:creationId xmlns:p14="http://schemas.microsoft.com/office/powerpoint/2010/main" val="324174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software defined networking&#10;&#10;AI-generated content may be incorrect.">
            <a:extLst>
              <a:ext uri="{FF2B5EF4-FFF2-40B4-BE49-F238E27FC236}">
                <a16:creationId xmlns:a16="http://schemas.microsoft.com/office/drawing/2014/main" id="{A12ED049-A7CA-FD07-42A9-E2CD986E7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56184"/>
            <a:ext cx="8953500" cy="6679312"/>
          </a:xfrm>
        </p:spPr>
      </p:pic>
    </p:spTree>
    <p:extLst>
      <p:ext uri="{BB962C8B-B14F-4D97-AF65-F5344CB8AC3E}">
        <p14:creationId xmlns:p14="http://schemas.microsoft.com/office/powerpoint/2010/main" val="215315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5ED3-F7CD-6F6F-8874-3FD6AF37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SDN Diagram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00DC-956B-B2D1-EEA6-8CDB02016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/>
          <a:lstStyle/>
          <a:p>
            <a:r>
              <a:rPr lang="en-US" dirty="0"/>
              <a:t>The SDN controller sits in the middle and acts like the “brain” of the network, making decisions about how traffic should be forwarded.</a:t>
            </a:r>
          </a:p>
          <a:p>
            <a:r>
              <a:rPr lang="en-US" dirty="0"/>
              <a:t>Applications communicate upward with the controller to request information or apply network policies.</a:t>
            </a:r>
          </a:p>
          <a:p>
            <a:r>
              <a:rPr lang="en-US" dirty="0"/>
              <a:t>The controller communicates downward to the switches, telling them exactly how to forward packets by installing flow rules in their forwarding tables.</a:t>
            </a:r>
          </a:p>
          <a:p>
            <a:r>
              <a:rPr lang="en-US" dirty="0"/>
              <a:t>Switches in the data plane don’t make any decisions, they simply follow the rules set by the controller.</a:t>
            </a:r>
          </a:p>
        </p:txBody>
      </p:sp>
    </p:spTree>
    <p:extLst>
      <p:ext uri="{BB962C8B-B14F-4D97-AF65-F5344CB8AC3E}">
        <p14:creationId xmlns:p14="http://schemas.microsoft.com/office/powerpoint/2010/main" val="3288470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22494-D610-F973-C8A1-0B63154A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How Does SDN Operate?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D9BC9-D790-A83B-CF30-702E7B5E4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switch receives a packet without a matching rule, it forwards metadata to the controller.</a:t>
            </a:r>
          </a:p>
          <a:p>
            <a:r>
              <a:rPr lang="en-US" dirty="0"/>
              <a:t>The controller analyzes the packet and determines what forwarding behavior should be applied.</a:t>
            </a:r>
          </a:p>
          <a:p>
            <a:r>
              <a:rPr lang="en-US" dirty="0"/>
              <a:t>It installs a new flow rule onto the switch for future matching.</a:t>
            </a:r>
          </a:p>
          <a:p>
            <a:r>
              <a:rPr lang="en-US" dirty="0"/>
              <a:t>Subsequent packets in the same flow are forwarded locally without controller involvement.</a:t>
            </a:r>
          </a:p>
        </p:txBody>
      </p:sp>
    </p:spTree>
    <p:extLst>
      <p:ext uri="{BB962C8B-B14F-4D97-AF65-F5344CB8AC3E}">
        <p14:creationId xmlns:p14="http://schemas.microsoft.com/office/powerpoint/2010/main" val="2402681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5194-FDE4-7F0A-D4D7-4E64BA47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SDN Product Example: Cisco Meraki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94E2-7922-2CCF-3BA5-56B576441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Cisco Meraki is a cloud-managed networking platform that applies SDN principles to real deployments.</a:t>
            </a:r>
          </a:p>
          <a:p>
            <a:r>
              <a:rPr lang="en-US" dirty="0"/>
              <a:t>A centralized cloud controller manages switches, access points, security appliances, and IoT devices.</a:t>
            </a:r>
          </a:p>
          <a:p>
            <a:r>
              <a:rPr lang="en-US" dirty="0"/>
              <a:t>Meraki exposes APIs for automation, integrations, and programmable network workflows.</a:t>
            </a:r>
          </a:p>
          <a:p>
            <a:r>
              <a:rPr lang="en-US" dirty="0"/>
              <a:t>Provides analytics tools for monitoring LAN, WAN, and application performance across sites.</a:t>
            </a:r>
          </a:p>
        </p:txBody>
      </p:sp>
    </p:spTree>
    <p:extLst>
      <p:ext uri="{BB962C8B-B14F-4D97-AF65-F5344CB8AC3E}">
        <p14:creationId xmlns:p14="http://schemas.microsoft.com/office/powerpoint/2010/main" val="178975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07FA-2BF8-A577-CFEF-54141B1A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C14AF-13C5-8E3B-19A8-1BA25AAA5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Kurose, James, and Keith Ross. </a:t>
            </a:r>
            <a:r>
              <a:rPr lang="en-US" i="1" dirty="0"/>
              <a:t>Computer Networking: A Top-Down Approach</a:t>
            </a:r>
            <a:r>
              <a:rPr lang="en-US" dirty="0"/>
              <a:t>, 7th Edition.</a:t>
            </a:r>
          </a:p>
          <a:p>
            <a:r>
              <a:rPr lang="en-US" dirty="0"/>
              <a:t>Spiceworks. “15 Best Software-Defined Networking (SDN) Solutions.”</a:t>
            </a:r>
            <a:br>
              <a:rPr lang="en-US" dirty="0"/>
            </a:br>
            <a:r>
              <a:rPr lang="en-US" dirty="0">
                <a:hlinkClick r:id="rId2"/>
              </a:rPr>
              <a:t>https://www.spiceworks.com/tech/networking/articles/best-sdn-solutions/</a:t>
            </a:r>
            <a:endParaRPr lang="en-US" dirty="0"/>
          </a:p>
          <a:p>
            <a:r>
              <a:rPr lang="en-US" dirty="0" err="1"/>
              <a:t>GeeksforGeeks</a:t>
            </a:r>
            <a:r>
              <a:rPr lang="en-US" dirty="0"/>
              <a:t>. “Software Defined Networking (SDN).”</a:t>
            </a:r>
            <a:br>
              <a:rPr lang="en-US" dirty="0"/>
            </a:br>
            <a:r>
              <a:rPr lang="en-US" dirty="0">
                <a:hlinkClick r:id="rId3"/>
              </a:rPr>
              <a:t>https://www.geeksforgeeks.org/computer-networks/software-defined-networking/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692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467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Software Defined Networks (SDN)</vt:lpstr>
      <vt:lpstr>What is Software Defined Networks?</vt:lpstr>
      <vt:lpstr>Why does SDN Exist?</vt:lpstr>
      <vt:lpstr>Core Components of SDN Architecture</vt:lpstr>
      <vt:lpstr>PowerPoint Presentation</vt:lpstr>
      <vt:lpstr>SDN Diagram Explanation</vt:lpstr>
      <vt:lpstr>How Does SDN Operate?</vt:lpstr>
      <vt:lpstr>SDN Product Example: Cisco Meraki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Sivanish</dc:creator>
  <cp:lastModifiedBy>Joel Sivanish</cp:lastModifiedBy>
  <cp:revision>1</cp:revision>
  <dcterms:created xsi:type="dcterms:W3CDTF">2025-11-15T22:03:43Z</dcterms:created>
  <dcterms:modified xsi:type="dcterms:W3CDTF">2025-11-15T22:34:27Z</dcterms:modified>
</cp:coreProperties>
</file>